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60" r:id="rId4"/>
    <p:sldId id="259" r:id="rId5"/>
    <p:sldId id="258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image" Target="../media/image5.jpg"/><Relationship Id="rId4" Type="http://schemas.openxmlformats.org/officeDocument/2006/relationships/image" Target="../media/image8.jpe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image" Target="../media/image5.jpg"/><Relationship Id="rId4" Type="http://schemas.openxmlformats.org/officeDocument/2006/relationships/image" Target="../media/image8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C5F03C2-6CC4-40F8-9136-7226658725FC}" type="doc">
      <dgm:prSet loTypeId="urn:microsoft.com/office/officeart/2005/8/layout/p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8150A21-9B1D-4557-8417-DD7A516526A7}">
      <dgm:prSet phldrT="[Text]"/>
      <dgm:spPr/>
      <dgm:t>
        <a:bodyPr/>
        <a:lstStyle/>
        <a:p>
          <a:r>
            <a:rPr lang="vi-VN" dirty="0"/>
            <a:t>Hồ Xuân Hương</a:t>
          </a:r>
          <a:endParaRPr lang="en-US" dirty="0"/>
        </a:p>
      </dgm:t>
    </dgm:pt>
    <dgm:pt modelId="{1F81FBF8-A272-488F-9A60-503B9189F430}" type="parTrans" cxnId="{528E4CAA-FDDB-41DE-B14D-1DF5E0CCBD84}">
      <dgm:prSet/>
      <dgm:spPr/>
      <dgm:t>
        <a:bodyPr/>
        <a:lstStyle/>
        <a:p>
          <a:endParaRPr lang="en-US"/>
        </a:p>
      </dgm:t>
    </dgm:pt>
    <dgm:pt modelId="{8EC1CC68-9C61-4E7B-8BD9-A1AB82304FA9}" type="sibTrans" cxnId="{528E4CAA-FDDB-41DE-B14D-1DF5E0CCBD84}">
      <dgm:prSet/>
      <dgm:spPr/>
      <dgm:t>
        <a:bodyPr/>
        <a:lstStyle/>
        <a:p>
          <a:endParaRPr lang="en-US"/>
        </a:p>
      </dgm:t>
    </dgm:pt>
    <dgm:pt modelId="{80E89759-5654-4900-81EA-8DB074B8ECFC}">
      <dgm:prSet phldrT="[Text]"/>
      <dgm:spPr/>
      <dgm:t>
        <a:bodyPr/>
        <a:lstStyle/>
        <a:p>
          <a:r>
            <a:rPr lang="en-US" dirty="0"/>
            <a:t>Thung </a:t>
          </a:r>
          <a:r>
            <a:rPr lang="en-US" dirty="0" err="1"/>
            <a:t>lũng</a:t>
          </a:r>
          <a:r>
            <a:rPr lang="en-US" dirty="0"/>
            <a:t> </a:t>
          </a:r>
          <a:r>
            <a:rPr lang="en-US" dirty="0" err="1"/>
            <a:t>Tình</a:t>
          </a:r>
          <a:r>
            <a:rPr lang="en-US" dirty="0"/>
            <a:t> </a:t>
          </a:r>
          <a:r>
            <a:rPr lang="en-US" dirty="0" err="1"/>
            <a:t>yêu</a:t>
          </a:r>
          <a:endParaRPr lang="en-US" dirty="0"/>
        </a:p>
      </dgm:t>
    </dgm:pt>
    <dgm:pt modelId="{B46087ED-A3DF-4BCF-8448-90A358B654BC}" type="parTrans" cxnId="{CA15FBA7-AD06-4558-A9A1-272B878B8FC1}">
      <dgm:prSet/>
      <dgm:spPr/>
      <dgm:t>
        <a:bodyPr/>
        <a:lstStyle/>
        <a:p>
          <a:endParaRPr lang="en-US"/>
        </a:p>
      </dgm:t>
    </dgm:pt>
    <dgm:pt modelId="{1C05DC3F-5ED5-4EB7-A722-8D4AC43812CA}" type="sibTrans" cxnId="{CA15FBA7-AD06-4558-A9A1-272B878B8FC1}">
      <dgm:prSet/>
      <dgm:spPr/>
      <dgm:t>
        <a:bodyPr/>
        <a:lstStyle/>
        <a:p>
          <a:endParaRPr lang="en-US"/>
        </a:p>
      </dgm:t>
    </dgm:pt>
    <dgm:pt modelId="{32522E3E-C49E-472A-8A8D-2088B6F638CF}">
      <dgm:prSet phldrT="[Text]"/>
      <dgm:spPr/>
      <dgm:t>
        <a:bodyPr/>
        <a:lstStyle/>
        <a:p>
          <a:r>
            <a:rPr lang="en-US" dirty="0" err="1"/>
            <a:t>Đồi</a:t>
          </a:r>
          <a:r>
            <a:rPr lang="en-US" dirty="0"/>
            <a:t> </a:t>
          </a:r>
          <a:r>
            <a:rPr lang="en-US" dirty="0" err="1"/>
            <a:t>chè</a:t>
          </a:r>
          <a:r>
            <a:rPr lang="en-US" dirty="0"/>
            <a:t> </a:t>
          </a:r>
          <a:r>
            <a:rPr lang="en-US" dirty="0" err="1"/>
            <a:t>Cầu</a:t>
          </a:r>
          <a:r>
            <a:rPr lang="en-US" dirty="0"/>
            <a:t> </a:t>
          </a:r>
          <a:r>
            <a:rPr lang="en-US" dirty="0" err="1"/>
            <a:t>Đất</a:t>
          </a:r>
          <a:endParaRPr lang="en-US" dirty="0"/>
        </a:p>
      </dgm:t>
    </dgm:pt>
    <dgm:pt modelId="{D8A9FDF2-BE98-411A-BA12-6B10B6868943}" type="parTrans" cxnId="{B77B8796-1D69-4C7E-9833-903994AC5EEB}">
      <dgm:prSet/>
      <dgm:spPr/>
      <dgm:t>
        <a:bodyPr/>
        <a:lstStyle/>
        <a:p>
          <a:endParaRPr lang="en-US"/>
        </a:p>
      </dgm:t>
    </dgm:pt>
    <dgm:pt modelId="{CE2145AF-948F-436C-8CD9-30BE97C02F99}" type="sibTrans" cxnId="{B77B8796-1D69-4C7E-9833-903994AC5EEB}">
      <dgm:prSet/>
      <dgm:spPr/>
      <dgm:t>
        <a:bodyPr/>
        <a:lstStyle/>
        <a:p>
          <a:endParaRPr lang="en-US"/>
        </a:p>
      </dgm:t>
    </dgm:pt>
    <dgm:pt modelId="{E1DF2108-2688-4BAA-B804-578DB9E73DD5}">
      <dgm:prSet phldrT="[Text]"/>
      <dgm:spPr/>
      <dgm:t>
        <a:bodyPr/>
        <a:lstStyle/>
        <a:p>
          <a:r>
            <a:rPr lang="en-US" dirty="0" err="1"/>
            <a:t>Núi</a:t>
          </a:r>
          <a:r>
            <a:rPr lang="en-US" dirty="0"/>
            <a:t> </a:t>
          </a:r>
          <a:r>
            <a:rPr lang="en-US" dirty="0" err="1"/>
            <a:t>Langbiang</a:t>
          </a:r>
          <a:endParaRPr lang="en-US" dirty="0"/>
        </a:p>
      </dgm:t>
    </dgm:pt>
    <dgm:pt modelId="{D016CC99-70C1-4543-8585-CCFAE831D75F}" type="parTrans" cxnId="{A4A2E6AD-0AFA-447E-B740-FAF83EC17825}">
      <dgm:prSet/>
      <dgm:spPr/>
      <dgm:t>
        <a:bodyPr/>
        <a:lstStyle/>
        <a:p>
          <a:endParaRPr lang="en-US"/>
        </a:p>
      </dgm:t>
    </dgm:pt>
    <dgm:pt modelId="{5E682D39-E165-4A60-84E1-120B348DD75A}" type="sibTrans" cxnId="{A4A2E6AD-0AFA-447E-B740-FAF83EC17825}">
      <dgm:prSet/>
      <dgm:spPr/>
      <dgm:t>
        <a:bodyPr/>
        <a:lstStyle/>
        <a:p>
          <a:endParaRPr lang="en-US"/>
        </a:p>
      </dgm:t>
    </dgm:pt>
    <dgm:pt modelId="{A1AECE10-B468-40EC-AF3D-FA5BEEF550B3}" type="pres">
      <dgm:prSet presAssocID="{CC5F03C2-6CC4-40F8-9136-7226658725FC}" presName="Name0" presStyleCnt="0">
        <dgm:presLayoutVars>
          <dgm:dir/>
          <dgm:resizeHandles val="exact"/>
        </dgm:presLayoutVars>
      </dgm:prSet>
      <dgm:spPr/>
    </dgm:pt>
    <dgm:pt modelId="{D6A5A5B6-3DE8-4683-ABAF-F9F625885566}" type="pres">
      <dgm:prSet presAssocID="{18150A21-9B1D-4557-8417-DD7A516526A7}" presName="compNode" presStyleCnt="0"/>
      <dgm:spPr/>
    </dgm:pt>
    <dgm:pt modelId="{9676C9F0-9586-4F62-AEC2-ED2618182B64}" type="pres">
      <dgm:prSet presAssocID="{18150A21-9B1D-4557-8417-DD7A516526A7}" presName="pictRect" presStyleLbl="node1" presStyleIdx="0" presStyleCnt="4" custLinFactNeighborX="6259" custLinFactNeighborY="191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000" r="-2000"/>
          </a:stretch>
        </a:blipFill>
      </dgm:spPr>
    </dgm:pt>
    <dgm:pt modelId="{8AC66B1A-2EDC-4B47-BCB8-987670349405}" type="pres">
      <dgm:prSet presAssocID="{18150A21-9B1D-4557-8417-DD7A516526A7}" presName="textRect" presStyleLbl="revTx" presStyleIdx="0" presStyleCnt="4" custLinFactNeighborX="5600" custLinFactNeighborY="888">
        <dgm:presLayoutVars>
          <dgm:bulletEnabled val="1"/>
        </dgm:presLayoutVars>
      </dgm:prSet>
      <dgm:spPr/>
    </dgm:pt>
    <dgm:pt modelId="{457DBCE0-4221-4417-8CDF-A8FB06A52C26}" type="pres">
      <dgm:prSet presAssocID="{8EC1CC68-9C61-4E7B-8BD9-A1AB82304FA9}" presName="sibTrans" presStyleLbl="sibTrans2D1" presStyleIdx="0" presStyleCnt="0"/>
      <dgm:spPr/>
    </dgm:pt>
    <dgm:pt modelId="{BA35B44C-0215-4161-A35D-E2EC7C01C3B8}" type="pres">
      <dgm:prSet presAssocID="{80E89759-5654-4900-81EA-8DB074B8ECFC}" presName="compNode" presStyleCnt="0"/>
      <dgm:spPr/>
    </dgm:pt>
    <dgm:pt modelId="{0B6DA795-0703-4FE6-9EB2-92A5DEEF7B70}" type="pres">
      <dgm:prSet presAssocID="{80E89759-5654-4900-81EA-8DB074B8ECFC}" presName="pictRect" presStyleLbl="node1" presStyleIdx="1" presStyleCnt="4" custLinFactNeighborX="988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8000" b="-8000"/>
          </a:stretch>
        </a:blipFill>
      </dgm:spPr>
    </dgm:pt>
    <dgm:pt modelId="{238583C3-D184-4E05-A681-50A5F3AC2CCD}" type="pres">
      <dgm:prSet presAssocID="{80E89759-5654-4900-81EA-8DB074B8ECFC}" presName="textRect" presStyleLbl="revTx" presStyleIdx="1" presStyleCnt="4">
        <dgm:presLayoutVars>
          <dgm:bulletEnabled val="1"/>
        </dgm:presLayoutVars>
      </dgm:prSet>
      <dgm:spPr/>
    </dgm:pt>
    <dgm:pt modelId="{22284191-74B0-4EA1-A334-CB1A1B6CB95B}" type="pres">
      <dgm:prSet presAssocID="{1C05DC3F-5ED5-4EB7-A722-8D4AC43812CA}" presName="sibTrans" presStyleLbl="sibTrans2D1" presStyleIdx="0" presStyleCnt="0"/>
      <dgm:spPr/>
    </dgm:pt>
    <dgm:pt modelId="{17793A32-36E4-46D2-9E36-37D6F602F707}" type="pres">
      <dgm:prSet presAssocID="{32522E3E-C49E-472A-8A8D-2088B6F638CF}" presName="compNode" presStyleCnt="0"/>
      <dgm:spPr/>
    </dgm:pt>
    <dgm:pt modelId="{B0BA6D78-2F5D-45DF-9E8E-5531020B9203}" type="pres">
      <dgm:prSet presAssocID="{32522E3E-C49E-472A-8A8D-2088B6F638CF}" presName="pictRect" presStyleLbl="node1" presStyleIdx="2" presStyleCnt="4" custLinFactNeighborX="-5002" custLinFactNeighborY="95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000" r="-2000"/>
          </a:stretch>
        </a:blipFill>
      </dgm:spPr>
    </dgm:pt>
    <dgm:pt modelId="{03952E26-888B-4116-B721-9E10576B0CA9}" type="pres">
      <dgm:prSet presAssocID="{32522E3E-C49E-472A-8A8D-2088B6F638CF}" presName="textRect" presStyleLbl="revTx" presStyleIdx="2" presStyleCnt="4" custLinFactNeighborX="-5002" custLinFactNeighborY="888">
        <dgm:presLayoutVars>
          <dgm:bulletEnabled val="1"/>
        </dgm:presLayoutVars>
      </dgm:prSet>
      <dgm:spPr/>
    </dgm:pt>
    <dgm:pt modelId="{A8F1522C-E26F-4DEE-9964-EC0F14730596}" type="pres">
      <dgm:prSet presAssocID="{CE2145AF-948F-436C-8CD9-30BE97C02F99}" presName="sibTrans" presStyleLbl="sibTrans2D1" presStyleIdx="0" presStyleCnt="0"/>
      <dgm:spPr/>
    </dgm:pt>
    <dgm:pt modelId="{3A9B30CC-D69A-445C-9100-D78BA53E72D0}" type="pres">
      <dgm:prSet presAssocID="{E1DF2108-2688-4BAA-B804-578DB9E73DD5}" presName="compNode" presStyleCnt="0"/>
      <dgm:spPr/>
    </dgm:pt>
    <dgm:pt modelId="{1D914B7A-FE8D-425C-A29F-03F4D1866515}" type="pres">
      <dgm:prSet presAssocID="{E1DF2108-2688-4BAA-B804-578DB9E73DD5}" presName="pictRect" presStyleLbl="node1" presStyleIdx="3" presStyleCnt="4" custLinFactNeighborX="-9343" custLinFactNeighborY="2046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4000" b="-4000"/>
          </a:stretch>
        </a:blipFill>
      </dgm:spPr>
    </dgm:pt>
    <dgm:pt modelId="{41B75713-2FC0-4CC6-AF35-7D0BA3233DFE}" type="pres">
      <dgm:prSet presAssocID="{E1DF2108-2688-4BAA-B804-578DB9E73DD5}" presName="textRect" presStyleLbl="revTx" presStyleIdx="3" presStyleCnt="4" custLinFactNeighborX="-6918" custLinFactNeighborY="3552">
        <dgm:presLayoutVars>
          <dgm:bulletEnabled val="1"/>
        </dgm:presLayoutVars>
      </dgm:prSet>
      <dgm:spPr/>
    </dgm:pt>
  </dgm:ptLst>
  <dgm:cxnLst>
    <dgm:cxn modelId="{FA495C29-ABC1-4856-A9E2-EDD97598CD6D}" type="presOf" srcId="{8EC1CC68-9C61-4E7B-8BD9-A1AB82304FA9}" destId="{457DBCE0-4221-4417-8CDF-A8FB06A52C26}" srcOrd="0" destOrd="0" presId="urn:microsoft.com/office/officeart/2005/8/layout/pList1"/>
    <dgm:cxn modelId="{0FEA722A-B10E-493B-A24F-87E15611FA11}" type="presOf" srcId="{32522E3E-C49E-472A-8A8D-2088B6F638CF}" destId="{03952E26-888B-4116-B721-9E10576B0CA9}" srcOrd="0" destOrd="0" presId="urn:microsoft.com/office/officeart/2005/8/layout/pList1"/>
    <dgm:cxn modelId="{083FE030-B3E6-4978-A9E8-8CC20AFF6C9B}" type="presOf" srcId="{80E89759-5654-4900-81EA-8DB074B8ECFC}" destId="{238583C3-D184-4E05-A681-50A5F3AC2CCD}" srcOrd="0" destOrd="0" presId="urn:microsoft.com/office/officeart/2005/8/layout/pList1"/>
    <dgm:cxn modelId="{73CD8E35-C574-4A35-A735-7808BCBDF9C3}" type="presOf" srcId="{CC5F03C2-6CC4-40F8-9136-7226658725FC}" destId="{A1AECE10-B468-40EC-AF3D-FA5BEEF550B3}" srcOrd="0" destOrd="0" presId="urn:microsoft.com/office/officeart/2005/8/layout/pList1"/>
    <dgm:cxn modelId="{3003EC39-AD1A-4BAD-A179-1AA8B9C62373}" type="presOf" srcId="{CE2145AF-948F-436C-8CD9-30BE97C02F99}" destId="{A8F1522C-E26F-4DEE-9964-EC0F14730596}" srcOrd="0" destOrd="0" presId="urn:microsoft.com/office/officeart/2005/8/layout/pList1"/>
    <dgm:cxn modelId="{2CD2B190-B7FE-4BAF-8E2C-A9BD83115477}" type="presOf" srcId="{18150A21-9B1D-4557-8417-DD7A516526A7}" destId="{8AC66B1A-2EDC-4B47-BCB8-987670349405}" srcOrd="0" destOrd="0" presId="urn:microsoft.com/office/officeart/2005/8/layout/pList1"/>
    <dgm:cxn modelId="{B77B8796-1D69-4C7E-9833-903994AC5EEB}" srcId="{CC5F03C2-6CC4-40F8-9136-7226658725FC}" destId="{32522E3E-C49E-472A-8A8D-2088B6F638CF}" srcOrd="2" destOrd="0" parTransId="{D8A9FDF2-BE98-411A-BA12-6B10B6868943}" sibTransId="{CE2145AF-948F-436C-8CD9-30BE97C02F99}"/>
    <dgm:cxn modelId="{CA15FBA7-AD06-4558-A9A1-272B878B8FC1}" srcId="{CC5F03C2-6CC4-40F8-9136-7226658725FC}" destId="{80E89759-5654-4900-81EA-8DB074B8ECFC}" srcOrd="1" destOrd="0" parTransId="{B46087ED-A3DF-4BCF-8448-90A358B654BC}" sibTransId="{1C05DC3F-5ED5-4EB7-A722-8D4AC43812CA}"/>
    <dgm:cxn modelId="{528E4CAA-FDDB-41DE-B14D-1DF5E0CCBD84}" srcId="{CC5F03C2-6CC4-40F8-9136-7226658725FC}" destId="{18150A21-9B1D-4557-8417-DD7A516526A7}" srcOrd="0" destOrd="0" parTransId="{1F81FBF8-A272-488F-9A60-503B9189F430}" sibTransId="{8EC1CC68-9C61-4E7B-8BD9-A1AB82304FA9}"/>
    <dgm:cxn modelId="{A4A2E6AD-0AFA-447E-B740-FAF83EC17825}" srcId="{CC5F03C2-6CC4-40F8-9136-7226658725FC}" destId="{E1DF2108-2688-4BAA-B804-578DB9E73DD5}" srcOrd="3" destOrd="0" parTransId="{D016CC99-70C1-4543-8585-CCFAE831D75F}" sibTransId="{5E682D39-E165-4A60-84E1-120B348DD75A}"/>
    <dgm:cxn modelId="{5170BFB0-2A73-4CBA-AD29-080F408A9F1B}" type="presOf" srcId="{1C05DC3F-5ED5-4EB7-A722-8D4AC43812CA}" destId="{22284191-74B0-4EA1-A334-CB1A1B6CB95B}" srcOrd="0" destOrd="0" presId="urn:microsoft.com/office/officeart/2005/8/layout/pList1"/>
    <dgm:cxn modelId="{A5874FB6-90AC-40FD-9312-8C51ADE4AD35}" type="presOf" srcId="{E1DF2108-2688-4BAA-B804-578DB9E73DD5}" destId="{41B75713-2FC0-4CC6-AF35-7D0BA3233DFE}" srcOrd="0" destOrd="0" presId="urn:microsoft.com/office/officeart/2005/8/layout/pList1"/>
    <dgm:cxn modelId="{CD5655BD-9D9F-4761-B971-19F308237054}" type="presParOf" srcId="{A1AECE10-B468-40EC-AF3D-FA5BEEF550B3}" destId="{D6A5A5B6-3DE8-4683-ABAF-F9F625885566}" srcOrd="0" destOrd="0" presId="urn:microsoft.com/office/officeart/2005/8/layout/pList1"/>
    <dgm:cxn modelId="{FEB2122E-7E2C-4636-ACF7-6ADA88690C8D}" type="presParOf" srcId="{D6A5A5B6-3DE8-4683-ABAF-F9F625885566}" destId="{9676C9F0-9586-4F62-AEC2-ED2618182B64}" srcOrd="0" destOrd="0" presId="urn:microsoft.com/office/officeart/2005/8/layout/pList1"/>
    <dgm:cxn modelId="{0989FD34-B6DD-488F-BBD1-4B0FF0015FE0}" type="presParOf" srcId="{D6A5A5B6-3DE8-4683-ABAF-F9F625885566}" destId="{8AC66B1A-2EDC-4B47-BCB8-987670349405}" srcOrd="1" destOrd="0" presId="urn:microsoft.com/office/officeart/2005/8/layout/pList1"/>
    <dgm:cxn modelId="{B70E45B1-461A-454C-B3E2-A3F2998EB6A0}" type="presParOf" srcId="{A1AECE10-B468-40EC-AF3D-FA5BEEF550B3}" destId="{457DBCE0-4221-4417-8CDF-A8FB06A52C26}" srcOrd="1" destOrd="0" presId="urn:microsoft.com/office/officeart/2005/8/layout/pList1"/>
    <dgm:cxn modelId="{1DCABC68-71C0-4490-B75D-2E0EC2BE6720}" type="presParOf" srcId="{A1AECE10-B468-40EC-AF3D-FA5BEEF550B3}" destId="{BA35B44C-0215-4161-A35D-E2EC7C01C3B8}" srcOrd="2" destOrd="0" presId="urn:microsoft.com/office/officeart/2005/8/layout/pList1"/>
    <dgm:cxn modelId="{7ACAB2AA-9539-44FF-B9CE-0A049994F3D5}" type="presParOf" srcId="{BA35B44C-0215-4161-A35D-E2EC7C01C3B8}" destId="{0B6DA795-0703-4FE6-9EB2-92A5DEEF7B70}" srcOrd="0" destOrd="0" presId="urn:microsoft.com/office/officeart/2005/8/layout/pList1"/>
    <dgm:cxn modelId="{445AE154-93A8-41A2-BF78-836EC13318CD}" type="presParOf" srcId="{BA35B44C-0215-4161-A35D-E2EC7C01C3B8}" destId="{238583C3-D184-4E05-A681-50A5F3AC2CCD}" srcOrd="1" destOrd="0" presId="urn:microsoft.com/office/officeart/2005/8/layout/pList1"/>
    <dgm:cxn modelId="{48B63B45-9144-4BE4-B395-8FCAA2B496D6}" type="presParOf" srcId="{A1AECE10-B468-40EC-AF3D-FA5BEEF550B3}" destId="{22284191-74B0-4EA1-A334-CB1A1B6CB95B}" srcOrd="3" destOrd="0" presId="urn:microsoft.com/office/officeart/2005/8/layout/pList1"/>
    <dgm:cxn modelId="{D696A18B-994F-495C-8CAF-59D3739C4C32}" type="presParOf" srcId="{A1AECE10-B468-40EC-AF3D-FA5BEEF550B3}" destId="{17793A32-36E4-46D2-9E36-37D6F602F707}" srcOrd="4" destOrd="0" presId="urn:microsoft.com/office/officeart/2005/8/layout/pList1"/>
    <dgm:cxn modelId="{9680BCA5-1D4E-44ED-9C5B-B6044FF003DA}" type="presParOf" srcId="{17793A32-36E4-46D2-9E36-37D6F602F707}" destId="{B0BA6D78-2F5D-45DF-9E8E-5531020B9203}" srcOrd="0" destOrd="0" presId="urn:microsoft.com/office/officeart/2005/8/layout/pList1"/>
    <dgm:cxn modelId="{A76C25C5-C7B5-487A-89FE-B2719AC2484E}" type="presParOf" srcId="{17793A32-36E4-46D2-9E36-37D6F602F707}" destId="{03952E26-888B-4116-B721-9E10576B0CA9}" srcOrd="1" destOrd="0" presId="urn:microsoft.com/office/officeart/2005/8/layout/pList1"/>
    <dgm:cxn modelId="{902E4702-AFFF-4F71-BD4C-C7B7211F0BCB}" type="presParOf" srcId="{A1AECE10-B468-40EC-AF3D-FA5BEEF550B3}" destId="{A8F1522C-E26F-4DEE-9964-EC0F14730596}" srcOrd="5" destOrd="0" presId="urn:microsoft.com/office/officeart/2005/8/layout/pList1"/>
    <dgm:cxn modelId="{A8FF5570-E40B-4A61-B60F-221D90395A64}" type="presParOf" srcId="{A1AECE10-B468-40EC-AF3D-FA5BEEF550B3}" destId="{3A9B30CC-D69A-445C-9100-D78BA53E72D0}" srcOrd="6" destOrd="0" presId="urn:microsoft.com/office/officeart/2005/8/layout/pList1"/>
    <dgm:cxn modelId="{4D27D7F0-3976-4EF4-B046-E511D6C139CD}" type="presParOf" srcId="{3A9B30CC-D69A-445C-9100-D78BA53E72D0}" destId="{1D914B7A-FE8D-425C-A29F-03F4D1866515}" srcOrd="0" destOrd="0" presId="urn:microsoft.com/office/officeart/2005/8/layout/pList1"/>
    <dgm:cxn modelId="{2B8858F6-4DCF-4B4A-8C32-826BDFEAA601}" type="presParOf" srcId="{3A9B30CC-D69A-445C-9100-D78BA53E72D0}" destId="{41B75713-2FC0-4CC6-AF35-7D0BA3233DFE}" srcOrd="1" destOrd="0" presId="urn:microsoft.com/office/officeart/2005/8/layout/p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76C9F0-9586-4F62-AEC2-ED2618182B64}">
      <dsp:nvSpPr>
        <dsp:cNvPr id="0" name=""/>
        <dsp:cNvSpPr/>
      </dsp:nvSpPr>
      <dsp:spPr>
        <a:xfrm>
          <a:off x="183238" y="942251"/>
          <a:ext cx="2832497" cy="1951590"/>
        </a:xfrm>
        <a:prstGeom prst="round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000" r="-2000"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C66B1A-2EDC-4B47-BCB8-987670349405}">
      <dsp:nvSpPr>
        <dsp:cNvPr id="0" name=""/>
        <dsp:cNvSpPr/>
      </dsp:nvSpPr>
      <dsp:spPr>
        <a:xfrm>
          <a:off x="164572" y="2865839"/>
          <a:ext cx="2832497" cy="10508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360" tIns="213360" rIns="213360" bIns="0" numCol="1" spcCol="1270" anchor="t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3000" kern="1200" dirty="0"/>
            <a:t>Hồ Xuân Hương</a:t>
          </a:r>
          <a:endParaRPr lang="en-US" sz="3000" kern="1200" dirty="0"/>
        </a:p>
      </dsp:txBody>
      <dsp:txXfrm>
        <a:off x="164572" y="2865839"/>
        <a:ext cx="2832497" cy="1050856"/>
      </dsp:txXfrm>
    </dsp:sp>
    <dsp:sp modelId="{0B6DA795-0703-4FE6-9EB2-92A5DEEF7B70}">
      <dsp:nvSpPr>
        <dsp:cNvPr id="0" name=""/>
        <dsp:cNvSpPr/>
      </dsp:nvSpPr>
      <dsp:spPr>
        <a:xfrm>
          <a:off x="3149803" y="904917"/>
          <a:ext cx="2832497" cy="1951590"/>
        </a:xfrm>
        <a:prstGeom prst="roundRect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8000" b="-8000"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8583C3-D184-4E05-A681-50A5F3AC2CCD}">
      <dsp:nvSpPr>
        <dsp:cNvPr id="0" name=""/>
        <dsp:cNvSpPr/>
      </dsp:nvSpPr>
      <dsp:spPr>
        <a:xfrm>
          <a:off x="3121818" y="2856508"/>
          <a:ext cx="2832497" cy="10508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360" tIns="213360" rIns="213360" bIns="0" numCol="1" spcCol="1270" anchor="t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Thung </a:t>
          </a:r>
          <a:r>
            <a:rPr lang="en-US" sz="3000" kern="1200" dirty="0" err="1"/>
            <a:t>lũng</a:t>
          </a:r>
          <a:r>
            <a:rPr lang="en-US" sz="3000" kern="1200" dirty="0"/>
            <a:t> </a:t>
          </a:r>
          <a:r>
            <a:rPr lang="en-US" sz="3000" kern="1200" dirty="0" err="1"/>
            <a:t>Tình</a:t>
          </a:r>
          <a:r>
            <a:rPr lang="en-US" sz="3000" kern="1200" dirty="0"/>
            <a:t> </a:t>
          </a:r>
          <a:r>
            <a:rPr lang="en-US" sz="3000" kern="1200" dirty="0" err="1"/>
            <a:t>yêu</a:t>
          </a:r>
          <a:endParaRPr lang="en-US" sz="3000" kern="1200" dirty="0"/>
        </a:p>
      </dsp:txBody>
      <dsp:txXfrm>
        <a:off x="3121818" y="2856508"/>
        <a:ext cx="2832497" cy="1050856"/>
      </dsp:txXfrm>
    </dsp:sp>
    <dsp:sp modelId="{B0BA6D78-2F5D-45DF-9E8E-5531020B9203}">
      <dsp:nvSpPr>
        <dsp:cNvPr id="0" name=""/>
        <dsp:cNvSpPr/>
      </dsp:nvSpPr>
      <dsp:spPr>
        <a:xfrm>
          <a:off x="6096002" y="923574"/>
          <a:ext cx="2832497" cy="1951590"/>
        </a:xfrm>
        <a:prstGeom prst="round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000" r="-2000"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952E26-888B-4116-B721-9E10576B0CA9}">
      <dsp:nvSpPr>
        <dsp:cNvPr id="0" name=""/>
        <dsp:cNvSpPr/>
      </dsp:nvSpPr>
      <dsp:spPr>
        <a:xfrm>
          <a:off x="6096002" y="2865839"/>
          <a:ext cx="2832497" cy="10508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360" tIns="213360" rIns="213360" bIns="0" numCol="1" spcCol="1270" anchor="t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 err="1"/>
            <a:t>Đồi</a:t>
          </a:r>
          <a:r>
            <a:rPr lang="en-US" sz="3000" kern="1200" dirty="0"/>
            <a:t> </a:t>
          </a:r>
          <a:r>
            <a:rPr lang="en-US" sz="3000" kern="1200" dirty="0" err="1"/>
            <a:t>chè</a:t>
          </a:r>
          <a:r>
            <a:rPr lang="en-US" sz="3000" kern="1200" dirty="0"/>
            <a:t> </a:t>
          </a:r>
          <a:r>
            <a:rPr lang="en-US" sz="3000" kern="1200" dirty="0" err="1"/>
            <a:t>Cầu</a:t>
          </a:r>
          <a:r>
            <a:rPr lang="en-US" sz="3000" kern="1200" dirty="0"/>
            <a:t> </a:t>
          </a:r>
          <a:r>
            <a:rPr lang="en-US" sz="3000" kern="1200" dirty="0" err="1"/>
            <a:t>Đất</a:t>
          </a:r>
          <a:endParaRPr lang="en-US" sz="3000" kern="1200" dirty="0"/>
        </a:p>
      </dsp:txBody>
      <dsp:txXfrm>
        <a:off x="6096002" y="2865839"/>
        <a:ext cx="2832497" cy="1050856"/>
      </dsp:txXfrm>
    </dsp:sp>
    <dsp:sp modelId="{1D914B7A-FE8D-425C-A29F-03F4D1866515}">
      <dsp:nvSpPr>
        <dsp:cNvPr id="0" name=""/>
        <dsp:cNvSpPr/>
      </dsp:nvSpPr>
      <dsp:spPr>
        <a:xfrm>
          <a:off x="9088910" y="944846"/>
          <a:ext cx="2832497" cy="1951590"/>
        </a:xfrm>
        <a:prstGeom prst="roundRect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4000" b="-4000"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B75713-2FC0-4CC6-AF35-7D0BA3233DFE}">
      <dsp:nvSpPr>
        <dsp:cNvPr id="0" name=""/>
        <dsp:cNvSpPr/>
      </dsp:nvSpPr>
      <dsp:spPr>
        <a:xfrm>
          <a:off x="9157598" y="2893834"/>
          <a:ext cx="2832497" cy="10508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360" tIns="213360" rIns="213360" bIns="0" numCol="1" spcCol="1270" anchor="t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 err="1"/>
            <a:t>Núi</a:t>
          </a:r>
          <a:r>
            <a:rPr lang="en-US" sz="3000" kern="1200" dirty="0"/>
            <a:t> </a:t>
          </a:r>
          <a:r>
            <a:rPr lang="en-US" sz="3000" kern="1200" dirty="0" err="1"/>
            <a:t>Langbiang</a:t>
          </a:r>
          <a:endParaRPr lang="en-US" sz="3000" kern="1200" dirty="0"/>
        </a:p>
      </dsp:txBody>
      <dsp:txXfrm>
        <a:off x="9157598" y="2893834"/>
        <a:ext cx="2832497" cy="105085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List1">
  <dgm:title val=""/>
  <dgm:desc val=""/>
  <dgm:catLst>
    <dgm:cat type="list" pri="2000"/>
    <dgm:cat type="picture" pri="2500"/>
    <dgm:cat type="pictureconvert" pri="2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3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1"/>
      <dgm:constr type="sp" refType="w" refFor="ch" refForName="compNode" op="equ" fact="0.1"/>
      <dgm:constr type="primFontSz" for="des" ptType="node" op="equ" val="65"/>
    </dgm:constrLst>
    <dgm:ruleLst/>
    <dgm:forEach name="Name4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 axis="self"/>
        <dgm:constrLst>
          <dgm:constr type="h" refType="w" fact="1.06"/>
          <dgm:constr type="h" for="ch" forName="pictRect" refType="h" fact="0.65"/>
          <dgm:constr type="w" for="ch" forName="pictRect" refType="w"/>
          <dgm:constr type="l" for="ch" forName="pictRect"/>
          <dgm:constr type="t" for="ch" forName="pictRect"/>
          <dgm:constr type="w" for="ch" forName="textRect" refType="w"/>
          <dgm:constr type="h" for="ch" forName="textRect" refType="h" fact="0.35"/>
          <dgm:constr type="l" for="ch" forName="textRect"/>
          <dgm:constr type="t" for="ch" forName="textRect" refType="b" refFor="ch" refForName="pictRect"/>
        </dgm:constrLst>
        <dgm:ruleLst/>
        <dgm:layoutNode name="pictRect">
          <dgm:alg type="sp"/>
          <dgm:shape xmlns:r="http://schemas.openxmlformats.org/officeDocument/2006/relationships" type="roundRect" r:blip="" blipPhldr="1">
            <dgm:adjLst/>
          </dgm:shape>
          <dgm:presOf/>
          <dgm:constrLst/>
          <dgm:ruleLst/>
        </dgm:layoutNode>
        <dgm:layoutNode name="textRect" styleLbl="revTx">
          <dgm:varLst>
            <dgm:bulletEnabled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bMarg"/>
          </dgm:constrLst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EF95A3AD-85C3-4130-A130-24E98FE5A3A8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DEA33-D557-4C29-8F04-D50B537BFB08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4701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5A3AD-85C3-4130-A130-24E98FE5A3A8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DEA33-D557-4C29-8F04-D50B537BFB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229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5A3AD-85C3-4130-A130-24E98FE5A3A8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DEA33-D557-4C29-8F04-D50B537BFB08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5499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5A3AD-85C3-4130-A130-24E98FE5A3A8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DEA33-D557-4C29-8F04-D50B537BFB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81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5A3AD-85C3-4130-A130-24E98FE5A3A8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DEA33-D557-4C29-8F04-D50B537BFB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937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5A3AD-85C3-4130-A130-24E98FE5A3A8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DEA33-D557-4C29-8F04-D50B537BFB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0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5A3AD-85C3-4130-A130-24E98FE5A3A8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DEA33-D557-4C29-8F04-D50B537BFB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8663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5A3AD-85C3-4130-A130-24E98FE5A3A8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DEA33-D557-4C29-8F04-D50B537BFB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599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5A3AD-85C3-4130-A130-24E98FE5A3A8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DEA33-D557-4C29-8F04-D50B537BFB08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9581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5A3AD-85C3-4130-A130-24E98FE5A3A8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DEA33-D557-4C29-8F04-D50B537BFB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233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5A3AD-85C3-4130-A130-24E98FE5A3A8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DEA33-D557-4C29-8F04-D50B537BFB08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4608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EF95A3AD-85C3-4130-A130-24E98FE5A3A8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D2ADEA33-D557-4C29-8F04-D50B537BFB08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2831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52B79-0AC0-438A-A5A4-3A667DFAD7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5093" y="0"/>
            <a:ext cx="9055639" cy="925496"/>
          </a:xfrm>
        </p:spPr>
        <p:txBody>
          <a:bodyPr/>
          <a:lstStyle/>
          <a:p>
            <a:r>
              <a:rPr lang="en-US" dirty="0" err="1"/>
              <a:t>Khám</a:t>
            </a:r>
            <a:r>
              <a:rPr lang="en-US" dirty="0"/>
              <a:t> </a:t>
            </a:r>
            <a:r>
              <a:rPr lang="en-US" dirty="0" err="1"/>
              <a:t>phá</a:t>
            </a:r>
            <a:r>
              <a:rPr lang="en-US" dirty="0"/>
              <a:t> </a:t>
            </a:r>
            <a:r>
              <a:rPr lang="en-US" dirty="0" err="1"/>
              <a:t>Bãi</a:t>
            </a:r>
            <a:r>
              <a:rPr lang="en-US" dirty="0"/>
              <a:t> </a:t>
            </a:r>
            <a:r>
              <a:rPr lang="en-US" dirty="0" err="1"/>
              <a:t>biển</a:t>
            </a:r>
            <a:r>
              <a:rPr lang="en-US" dirty="0"/>
              <a:t> </a:t>
            </a:r>
            <a:r>
              <a:rPr lang="en-US" dirty="0" err="1"/>
              <a:t>Phú</a:t>
            </a:r>
            <a:r>
              <a:rPr lang="en-US" dirty="0"/>
              <a:t> </a:t>
            </a:r>
            <a:r>
              <a:rPr lang="en-US" dirty="0" err="1"/>
              <a:t>Quốc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860C0D-7D06-90BA-4847-15AEA12000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7938" y="5375473"/>
            <a:ext cx="7629099" cy="1096899"/>
          </a:xfrm>
        </p:spPr>
        <p:txBody>
          <a:bodyPr/>
          <a:lstStyle/>
          <a:p>
            <a:pPr algn="l"/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: </a:t>
            </a:r>
            <a:r>
              <a:rPr lang="en-US" dirty="0" err="1"/>
              <a:t>Trần</a:t>
            </a:r>
            <a:r>
              <a:rPr lang="en-US" dirty="0"/>
              <a:t> </a:t>
            </a:r>
            <a:r>
              <a:rPr lang="en-US" dirty="0" err="1"/>
              <a:t>Hiếu</a:t>
            </a:r>
            <a:r>
              <a:rPr lang="en-US" dirty="0"/>
              <a:t> </a:t>
            </a:r>
            <a:r>
              <a:rPr lang="en-US" dirty="0" err="1"/>
              <a:t>Nghĩa</a:t>
            </a:r>
            <a:br>
              <a:rPr lang="en-US" dirty="0"/>
            </a:br>
            <a:r>
              <a:rPr lang="en-US" dirty="0" err="1"/>
              <a:t>Lớp</a:t>
            </a:r>
            <a:r>
              <a:rPr lang="en-US" dirty="0"/>
              <a:t>: D25TXCN-N</a:t>
            </a:r>
          </a:p>
          <a:p>
            <a:pPr algn="l"/>
            <a:r>
              <a:rPr lang="en-US" dirty="0" err="1"/>
              <a:t>Ngày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: 09/11/2025</a:t>
            </a:r>
          </a:p>
        </p:txBody>
      </p:sp>
      <p:pic>
        <p:nvPicPr>
          <p:cNvPr id="4" name="Picture 2" descr="Xuan Huong Lake Dalat: A poetic beauty in the City of Mist">
            <a:extLst>
              <a:ext uri="{FF2B5EF4-FFF2-40B4-BE49-F238E27FC236}">
                <a16:creationId xmlns:a16="http://schemas.microsoft.com/office/drawing/2014/main" id="{B88EAD99-F51F-8434-D8A0-D17BDE3FEE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407" y="1091545"/>
            <a:ext cx="7315200" cy="4097816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Tuyen Lam Lake - Da lat">
            <a:extLst>
              <a:ext uri="{FF2B5EF4-FFF2-40B4-BE49-F238E27FC236}">
                <a16:creationId xmlns:a16="http://schemas.microsoft.com/office/drawing/2014/main" id="{EF4E311D-E056-FDFF-14D0-E6028A1AB2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6882" y="3890148"/>
            <a:ext cx="3535825" cy="229984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Đà Lạt - Thành Phố Sương Mù 3 Ngày 2 Đêm - Nadova Travel - Chuyên Tour du  lịch độc lạ: Cuba, Jordan, Israel, Ai Cập">
            <a:extLst>
              <a:ext uri="{FF2B5EF4-FFF2-40B4-BE49-F238E27FC236}">
                <a16:creationId xmlns:a16="http://schemas.microsoft.com/office/drawing/2014/main" id="{7089F059-2CCC-DB75-E423-F74A5819A0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0826" y="1111608"/>
            <a:ext cx="3621881" cy="200948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5294385"/>
      </p:ext>
    </p:extLst>
  </p:cSld>
  <p:clrMapOvr>
    <a:masterClrMapping/>
  </p:clrMapOvr>
  <p:transition spd="slow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538F6-D176-97E2-A375-4BD588B62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261" y="415254"/>
            <a:ext cx="9720072" cy="1499616"/>
          </a:xfrm>
        </p:spPr>
        <p:txBody>
          <a:bodyPr/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Giới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thiệu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chung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D329D55-3A46-FBA9-0457-0DF61A8E1D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3600" dirty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sz="3600" dirty="0" err="1">
                <a:latin typeface="Arial" panose="020B0604020202020204" pitchFamily="34" charset="0"/>
                <a:cs typeface="Arial" panose="020B0604020202020204" pitchFamily="34" charset="0"/>
              </a:rPr>
              <a:t>Đà</a:t>
            </a:r>
            <a:r>
              <a:rPr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dirty="0" err="1">
                <a:latin typeface="Arial" panose="020B0604020202020204" pitchFamily="34" charset="0"/>
                <a:cs typeface="Arial" panose="020B0604020202020204" pitchFamily="34" charset="0"/>
              </a:rPr>
              <a:t>Lạt</a:t>
            </a:r>
            <a:r>
              <a:rPr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dirty="0" err="1">
                <a:latin typeface="Arial" panose="020B0604020202020204" pitchFamily="34" charset="0"/>
                <a:cs typeface="Arial" panose="020B0604020202020204" pitchFamily="34" charset="0"/>
              </a:rPr>
              <a:t>nằm</a:t>
            </a:r>
            <a:r>
              <a:rPr sz="3600" dirty="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sz="3600" dirty="0" err="1">
                <a:latin typeface="Arial" panose="020B0604020202020204" pitchFamily="34" charset="0"/>
                <a:cs typeface="Arial" panose="020B0604020202020204" pitchFamily="34" charset="0"/>
              </a:rPr>
              <a:t>tỉnh</a:t>
            </a:r>
            <a:r>
              <a:rPr sz="3600" dirty="0">
                <a:latin typeface="Arial" panose="020B0604020202020204" pitchFamily="34" charset="0"/>
                <a:cs typeface="Arial" panose="020B0604020202020204" pitchFamily="34" charset="0"/>
              </a:rPr>
              <a:t> Lâm </a:t>
            </a:r>
            <a:r>
              <a:rPr sz="3600" dirty="0" err="1">
                <a:latin typeface="Arial" panose="020B0604020202020204" pitchFamily="34" charset="0"/>
                <a:cs typeface="Arial" panose="020B0604020202020204" pitchFamily="34" charset="0"/>
              </a:rPr>
              <a:t>Đồng</a:t>
            </a:r>
            <a:r>
              <a:rPr sz="3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sz="3600" dirty="0" err="1">
                <a:latin typeface="Arial" panose="020B0604020202020204" pitchFamily="34" charset="0"/>
                <a:cs typeface="Arial" panose="020B0604020202020204" pitchFamily="34" charset="0"/>
              </a:rPr>
              <a:t>thuộc</a:t>
            </a:r>
            <a:r>
              <a:rPr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dirty="0" err="1">
                <a:latin typeface="Arial" panose="020B0604020202020204" pitchFamily="34" charset="0"/>
                <a:cs typeface="Arial" panose="020B0604020202020204" pitchFamily="34" charset="0"/>
              </a:rPr>
              <a:t>vùng</a:t>
            </a:r>
            <a:r>
              <a:rPr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dirty="0" err="1">
                <a:latin typeface="Arial" panose="020B0604020202020204" pitchFamily="34" charset="0"/>
                <a:cs typeface="Arial" panose="020B0604020202020204" pitchFamily="34" charset="0"/>
              </a:rPr>
              <a:t>Tây</a:t>
            </a:r>
            <a:r>
              <a:rPr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dirty="0" err="1">
                <a:latin typeface="Arial" panose="020B0604020202020204" pitchFamily="34" charset="0"/>
                <a:cs typeface="Arial" panose="020B0604020202020204" pitchFamily="34" charset="0"/>
              </a:rPr>
              <a:t>Nguyên</a:t>
            </a:r>
            <a:r>
              <a:rPr sz="3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r>
              <a:rPr sz="3600" dirty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sz="3600" dirty="0" err="1">
                <a:latin typeface="Arial" panose="020B0604020202020204" pitchFamily="34" charset="0"/>
                <a:cs typeface="Arial" panose="020B0604020202020204" pitchFamily="34" charset="0"/>
              </a:rPr>
              <a:t>Khí</a:t>
            </a:r>
            <a:r>
              <a:rPr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dirty="0" err="1">
                <a:latin typeface="Arial" panose="020B0604020202020204" pitchFamily="34" charset="0"/>
                <a:cs typeface="Arial" panose="020B0604020202020204" pitchFamily="34" charset="0"/>
              </a:rPr>
              <a:t>hậu</a:t>
            </a:r>
            <a:r>
              <a:rPr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dirty="0" err="1">
                <a:latin typeface="Arial" panose="020B0604020202020204" pitchFamily="34" charset="0"/>
                <a:cs typeface="Arial" panose="020B0604020202020204" pitchFamily="34" charset="0"/>
              </a:rPr>
              <a:t>mát</a:t>
            </a:r>
            <a:r>
              <a:rPr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dirty="0" err="1">
                <a:latin typeface="Arial" panose="020B0604020202020204" pitchFamily="34" charset="0"/>
                <a:cs typeface="Arial" panose="020B0604020202020204" pitchFamily="34" charset="0"/>
              </a:rPr>
              <a:t>mẻ</a:t>
            </a:r>
            <a:r>
              <a:rPr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dirty="0" err="1">
                <a:latin typeface="Arial" panose="020B0604020202020204" pitchFamily="34" charset="0"/>
                <a:cs typeface="Arial" panose="020B0604020202020204" pitchFamily="34" charset="0"/>
              </a:rPr>
              <a:t>quanh</a:t>
            </a:r>
            <a:r>
              <a:rPr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dirty="0" err="1">
                <a:latin typeface="Arial" panose="020B0604020202020204" pitchFamily="34" charset="0"/>
                <a:cs typeface="Arial" panose="020B0604020202020204" pitchFamily="34" charset="0"/>
              </a:rPr>
              <a:t>năm</a:t>
            </a:r>
            <a:r>
              <a:rPr sz="3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sz="3600" dirty="0" err="1">
                <a:latin typeface="Arial" panose="020B0604020202020204" pitchFamily="34" charset="0"/>
                <a:cs typeface="Arial" panose="020B0604020202020204" pitchFamily="34" charset="0"/>
              </a:rPr>
              <a:t>cảnh</a:t>
            </a:r>
            <a:r>
              <a:rPr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dirty="0" err="1">
                <a:latin typeface="Arial" panose="020B0604020202020204" pitchFamily="34" charset="0"/>
                <a:cs typeface="Arial" panose="020B0604020202020204" pitchFamily="34" charset="0"/>
              </a:rPr>
              <a:t>quan</a:t>
            </a:r>
            <a:r>
              <a:rPr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dirty="0" err="1">
                <a:latin typeface="Arial" panose="020B0604020202020204" pitchFamily="34" charset="0"/>
                <a:cs typeface="Arial" panose="020B0604020202020204" pitchFamily="34" charset="0"/>
              </a:rPr>
              <a:t>thơ</a:t>
            </a:r>
            <a:r>
              <a:rPr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dirty="0" err="1">
                <a:latin typeface="Arial" panose="020B0604020202020204" pitchFamily="34" charset="0"/>
                <a:cs typeface="Arial" panose="020B0604020202020204" pitchFamily="34" charset="0"/>
              </a:rPr>
              <a:t>mộng</a:t>
            </a:r>
            <a:r>
              <a:rPr sz="3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r>
              <a:rPr sz="3600" dirty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sz="3600" dirty="0" err="1"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r>
              <a:rPr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dirty="0" err="1">
                <a:latin typeface="Arial" panose="020B0604020202020204" pitchFamily="34" charset="0"/>
                <a:cs typeface="Arial" panose="020B0604020202020204" pitchFamily="34" charset="0"/>
              </a:rPr>
              <a:t>mệnh</a:t>
            </a:r>
            <a:r>
              <a:rPr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dirty="0" err="1">
                <a:latin typeface="Arial" panose="020B0604020202020204" pitchFamily="34" charset="0"/>
                <a:cs typeface="Arial" panose="020B0604020202020204" pitchFamily="34" charset="0"/>
              </a:rPr>
              <a:t>danh</a:t>
            </a:r>
            <a:r>
              <a:rPr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dirty="0" err="1"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sz="3600" dirty="0">
                <a:latin typeface="Arial" panose="020B0604020202020204" pitchFamily="34" charset="0"/>
                <a:cs typeface="Arial" panose="020B0604020202020204" pitchFamily="34" charset="0"/>
              </a:rPr>
              <a:t> 'Thành </a:t>
            </a:r>
            <a:r>
              <a:rPr sz="3600" dirty="0" err="1">
                <a:latin typeface="Arial" panose="020B0604020202020204" pitchFamily="34" charset="0"/>
                <a:cs typeface="Arial" panose="020B0604020202020204" pitchFamily="34" charset="0"/>
              </a:rPr>
              <a:t>phố</a:t>
            </a:r>
            <a:r>
              <a:rPr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dirty="0" err="1">
                <a:latin typeface="Arial" panose="020B0604020202020204" pitchFamily="34" charset="0"/>
                <a:cs typeface="Arial" panose="020B0604020202020204" pitchFamily="34" charset="0"/>
              </a:rPr>
              <a:t>ngàn</a:t>
            </a:r>
            <a:r>
              <a:rPr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dirty="0" err="1">
                <a:latin typeface="Arial" panose="020B0604020202020204" pitchFamily="34" charset="0"/>
                <a:cs typeface="Arial" panose="020B0604020202020204" pitchFamily="34" charset="0"/>
              </a:rPr>
              <a:t>hoa</a:t>
            </a:r>
            <a:r>
              <a:rPr sz="3600" dirty="0">
                <a:latin typeface="Arial" panose="020B0604020202020204" pitchFamily="34" charset="0"/>
                <a:cs typeface="Arial" panose="020B0604020202020204" pitchFamily="34" charset="0"/>
              </a:rPr>
              <a:t>'.</a:t>
            </a:r>
          </a:p>
        </p:txBody>
      </p:sp>
    </p:spTree>
    <p:extLst>
      <p:ext uri="{BB962C8B-B14F-4D97-AF65-F5344CB8AC3E}">
        <p14:creationId xmlns:p14="http://schemas.microsoft.com/office/powerpoint/2010/main" val="1199864452"/>
      </p:ext>
    </p:extLst>
  </p:cSld>
  <p:clrMapOvr>
    <a:masterClrMapping/>
  </p:clrMapOvr>
  <p:transition spd="slow">
    <p:randomBar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62FAF-F67A-D363-4102-A0FA442EF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nổi</a:t>
            </a:r>
            <a:r>
              <a:rPr lang="en-US" dirty="0"/>
              <a:t> </a:t>
            </a:r>
            <a:r>
              <a:rPr lang="en-US" dirty="0" err="1"/>
              <a:t>bật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69BD040-6B02-256A-C22D-C9FA18A6D9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5631568"/>
              </p:ext>
            </p:extLst>
          </p:nvPr>
        </p:nvGraphicFramePr>
        <p:xfrm>
          <a:off x="0" y="1022859"/>
          <a:ext cx="12192000" cy="48122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37131582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5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92E4A-8AC8-D315-2487-FE96C39C8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Bảng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BCA1014-90DB-7FE4-B6EC-DB34AA7B89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3086312"/>
              </p:ext>
            </p:extLst>
          </p:nvPr>
        </p:nvGraphicFramePr>
        <p:xfrm>
          <a:off x="1024127" y="2084831"/>
          <a:ext cx="10445978" cy="2688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87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87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85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2085">
                <a:tc>
                  <a:txBody>
                    <a:bodyPr/>
                    <a:lstStyle/>
                    <a:p>
                      <a:r>
                        <a:rPr dirty="0"/>
                        <a:t>Danh </a:t>
                      </a:r>
                      <a:r>
                        <a:rPr dirty="0" err="1"/>
                        <a:t>mục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Thông tin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 err="1"/>
                        <a:t>Ghi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chú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2085">
                <a:tc>
                  <a:txBody>
                    <a:bodyPr/>
                    <a:lstStyle/>
                    <a:p>
                      <a:r>
                        <a:t>Khách sạn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Giá từ 300k–1 triệu/đêm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 err="1"/>
                        <a:t>Nên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đặt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sớm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2085">
                <a:tc>
                  <a:txBody>
                    <a:bodyPr/>
                    <a:lstStyle/>
                    <a:p>
                      <a:r>
                        <a:t>Phương tiện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Xe máy, taxi, ô tô thuê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 err="1"/>
                        <a:t>Thuận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tiện</a:t>
                      </a:r>
                      <a:r>
                        <a:rPr dirty="0"/>
                        <a:t> di </a:t>
                      </a:r>
                      <a:r>
                        <a:rPr dirty="0" err="1"/>
                        <a:t>chuyển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2085">
                <a:tc>
                  <a:txBody>
                    <a:bodyPr/>
                    <a:lstStyle/>
                    <a:p>
                      <a:r>
                        <a:t>Giá vé tham quan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30k–120k tuỳ điểm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 err="1"/>
                        <a:t>Có</a:t>
                      </a:r>
                      <a:r>
                        <a:rPr dirty="0"/>
                        <a:t> combo </a:t>
                      </a:r>
                      <a:r>
                        <a:rPr dirty="0" err="1"/>
                        <a:t>tiết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kiệm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5824617"/>
      </p:ext>
    </p:extLst>
  </p:cSld>
  <p:clrMapOvr>
    <a:masterClrMapping/>
  </p:clrMapOvr>
  <p:transition spd="slow">
    <p:randomBar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28FFB-618C-2AFC-B941-22720E6F7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0154" y="632779"/>
            <a:ext cx="9720072" cy="1499616"/>
          </a:xfrm>
        </p:spPr>
        <p:txBody>
          <a:bodyPr/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luận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17439-1699-4FF3-47EB-0E8FE315FB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718" y="1942710"/>
            <a:ext cx="11237162" cy="1767771"/>
          </a:xfrm>
        </p:spPr>
        <p:txBody>
          <a:bodyPr>
            <a:normAutofit/>
          </a:bodyPr>
          <a:lstStyle/>
          <a:p>
            <a:r>
              <a:rPr lang="vi-VN" sz="2400" dirty="0">
                <a:latin typeface="Arial" panose="020B0604020202020204" pitchFamily="34" charset="0"/>
                <a:cs typeface="Arial" panose="020B0604020202020204" pitchFamily="34" charset="0"/>
              </a:rPr>
              <a:t>Đà Lạt là điểm đến lý tưởng cho những ai yêu thích khí hậu mát mẻ và cảnh quan thiên nhiên.</a:t>
            </a:r>
          </a:p>
          <a:p>
            <a:r>
              <a:rPr lang="vi-VN" sz="2400" dirty="0">
                <a:latin typeface="Arial" panose="020B0604020202020204" pitchFamily="34" charset="0"/>
                <a:cs typeface="Arial" panose="020B0604020202020204" pitchFamily="34" charset="0"/>
              </a:rPr>
              <a:t>Tôi cảm thấy đây là nơi tuyệt vời để thư giãn và khám phá.</a:t>
            </a:r>
          </a:p>
        </p:txBody>
      </p:sp>
      <p:pic>
        <p:nvPicPr>
          <p:cNvPr id="3074" name="Picture 2" descr="TOP 20+ Các điểm du lịch Đà Lạt mà bạn không nên bỏ qua">
            <a:extLst>
              <a:ext uri="{FF2B5EF4-FFF2-40B4-BE49-F238E27FC236}">
                <a16:creationId xmlns:a16="http://schemas.microsoft.com/office/drawing/2014/main" id="{7A3B2676-4BBF-A5A1-04E7-4E0EA9FE53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154" y="3707705"/>
            <a:ext cx="4750781" cy="2660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Da Lat - What you need to know before you go - Go Guides">
            <a:extLst>
              <a:ext uri="{FF2B5EF4-FFF2-40B4-BE49-F238E27FC236}">
                <a16:creationId xmlns:a16="http://schemas.microsoft.com/office/drawing/2014/main" id="{6D46C192-3024-659E-EE0D-A774C81C23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3705" y="3707705"/>
            <a:ext cx="5091404" cy="2660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0167106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47</TotalTime>
  <Words>167</Words>
  <Application>Microsoft Office PowerPoint</Application>
  <PresentationFormat>Widescreen</PresentationFormat>
  <Paragraphs>28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Tw Cen MT</vt:lpstr>
      <vt:lpstr>Tw Cen MT Condensed</vt:lpstr>
      <vt:lpstr>Wingdings 3</vt:lpstr>
      <vt:lpstr>Integral</vt:lpstr>
      <vt:lpstr>Khám phá Bãi biển Phú Quốc</vt:lpstr>
      <vt:lpstr>Giới thiệu chung</vt:lpstr>
      <vt:lpstr>Các điểm nổi bật</vt:lpstr>
      <vt:lpstr>Bảng thông tin</vt:lpstr>
      <vt:lpstr>Kết luận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Nguyen Tran</dc:creator>
  <cp:lastModifiedBy>MNz</cp:lastModifiedBy>
  <cp:revision>4</cp:revision>
  <dcterms:created xsi:type="dcterms:W3CDTF">2025-11-09T02:35:53Z</dcterms:created>
  <dcterms:modified xsi:type="dcterms:W3CDTF">2025-11-09T03:39:23Z</dcterms:modified>
</cp:coreProperties>
</file>